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Coupon Annotation Manager</a:t>
            </a:r>
          </a:p>
          <a:p>
            <a:pPr algn="ctr">
              <a:spcBef>
                <a:spcPts val="1200"/>
              </a:spcBef>
              <a:defRPr sz="1800">
                <a:solidFill>
                  <a:srgbClr val="BBDEFB"/>
                </a:solidFill>
              </a:defRPr>
            </a:pPr>
            <a:r>
              <a:t>Structured Data Enrichment for UniversityBox Coupons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Coupon data in our CRM lacks structured product &amp; discount information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No standardized categorization of products across coupons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Discount structures vary widely and are stored as free text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No visibility tracking for coupon positioning on the website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Difficult to analyze coupon performance without structured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A web-based annotation tool that enriches coupon data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Operators browse coupons and add structured annotations: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Product categories (3-level hierarchy: Macro &gt; Sub &gt; Micro)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Discount structures (type, modifier, values)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Visibility/positioning data (High, Medium, 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Data Annotation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Browse &amp; search all coupons from CRM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Product-by-product annotation form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Each product has its own discount blocks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11 macro categories, 60+ sub-categories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Automatic brand category suggestions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Edit or delete existing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Tracking &amp; Export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Visibility tracking (High/Medium/Low)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Manual + automated visibility scheduling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Activation/deactivation history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One-click Excel export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Activity log for all operators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Notification badge for unprocessed coupons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1. Operator opens the app and sees unprocessed coupons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2. Selects a coupon from the browser (click-to-select)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3. Views coupon details from CRM (name, brand, dates, status)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4. Fills in product data: name, category hierarchy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5. Adds discount blocks for each product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6. Sets visibility positioning (manual or scheduled)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7. Saves annotation — data is stored and ready for export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8. Excel export generates a structured, wide-format spreadsheet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Data Sources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Google BigQuery: CRM coupon &amp; brand data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SQLite: Annotation storage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Cached queries for fast performance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Status change tracking (auto-sync)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5B6"/>
                </a:solidFill>
              </a:defRPr>
            </a:pPr>
            <a:r>
              <a:t>Application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Streamlit web framework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Deployed on Streamlit Cloud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Accessible from any browser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No installation needed for operators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Secure via Google service account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Value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Structured data enables better coupon analysis &amp; reporting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Standardized product categorization across all coupons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Visibility tracking provides insight into coupon positioning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Excel exports feed into business intelligence workflows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Operator activity logs ensure accountability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Reduces manual effort compared to spreadsheet-based annotation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Limitations &amp;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Annotation is currently a manual process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Each coupon must be individually processed by an operator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Data is stored locally (SQLite) — resets on cloud reboot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Excel export serves as the persistent record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No direct integration with the website backend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Phase: Backend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2A: Retrieve visibility data from the platform backend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Connect to the website's API to read current coupon positions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Auto-populate visibility field from live data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Track position changes in real-time, not just manually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Phase: Backend Integration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2B: Integrate annotation tool into the website backend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Embed the annotation workflow where coupons are uploaded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Operators annotate coupons as part of the upload process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Eliminate the need for a separate tool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Direct database storage instead of local SQLite + 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1 (Current): Standalone annotation tool with Excel export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2: Backend API integration for visibility data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3: Embed into coupon upload workflow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Phase 4: Automated categorization using AI/ML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Train a model on existing annotations to suggest categories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Reduce manual effort to validation rather than data entry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>
                <a:solidFill>
                  <a:srgbClr val="BBDEF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